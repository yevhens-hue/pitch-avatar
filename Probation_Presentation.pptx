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6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Templates (Шаблоны)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Сейчас в работе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ключевая задача — Шаблоны. Мы подготовили PRD, Эпик и стори под дизайн. Прототипы для клиентской части и рабочего пространства уже готовы. Дизайн также полностью завершен. Фича находится в активной разработке.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&amp; Epic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Prototypes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Complete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ассистент Sara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Сейчас в работе на этапе ресерча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важный блок — AI ассистент Sara. Готово PRD, оформлен Эпик и собран рабочий прототип. Фичу я уже успешно презентовал. Сейчас мы находимся на этапе исследований и доработок.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&amp; Epic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прототип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фичи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Billing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Смещается из-за проблем с платежкой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управления биллингом готов Эпик и задача под дизайн. Также собран и протестирован прототип. Сроки немного смещаются из-за сложностей на стороне интеграции с платежной системой.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Эпик &amp; Дизайн задача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прототип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Listeners CRUD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Передано в работу PM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функционалу управления слушателями (Listeners CRUD) работа завершена с моей стороны: готов Эпик, стори под дизайн и рабочий прототип. Задача полностью передана в работу Project Manager.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Эпик &amp; Стори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прототип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Передано PM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Enrollments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В работе (остался последний блок)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продолжаем работу над Enrollments. Оформлена задача под дизайн, сейчас процесс находится в активной фазе — нам осталось завершить разработку последнего блока.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под дизайн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 процессе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Enrollments Quota &amp; Billing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Техдизайн сделан, осталось подключение платежки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Связанная задача по настройке квот и биллингу Enrollments. Технический дизайн уже полностью готов. Ожидаем завершения работ по подключению платежной системы для финального запуска.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дизайн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 платежки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Coach Role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Согласование UI/UX прототипа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Коуча — новая и важная функциональность. На текущий момент мы находимся на этапе финального согласования UI/UX прототипа с командой и стейкхолдерами.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Прототип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Universal Project Editing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Прототип готов, задача на дизайн в процессе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ближайших планах — универсальное редактирование проектов с пунктами меню. Прототип уже собран, задача на дизайн находится в процессе работы.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в работе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результаты и инструменты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Достижение высокой эффективности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Мои результаты во многом достигнуты благодаря активному использованию передовых инструментов. Я активно использую Claude, голосовую диктовку, запись скринкастов и Jira, что позволяет кратно ускорить постановку задач, создание PRD и подготовку артефактов.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Recording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&amp; Диктовка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текущих процессов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скорости и эффективности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процессов показал кратный рост эффективности на всех этапах продакт-менеджмента. Внедрение новых подходов и инструментов радикально сократило время time-to-market для стадии проектирования.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Увеличилась скорость создания прототипов и дизайнов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создания эпиков и сторей выросла за счет использования Skills в LLM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Вместе с созданием презентации создается полностью рабочий альтернативный сайт-прототип (это упрощает процесс создания дизайнов и понимание принципов работы)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Снизилось время на согласование требований за счет наглядности артефактов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Мои предложения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Идеи для оптимизации работы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Предлагаю внедрить регулярные синки по техническому дизайну до старта разработки, стандартизировать передачу задач в Jira и активнее привлекать AI для первичного ревью требований. Это поможет сократить цикл доставки фичей и снизить количество блокеров.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Тех. дизайн синки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Jira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ревью требований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испытательного срока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Успешный старт и задел на будущее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Подводя итог: заложен прочный фундамент, созданы ключевые прототипы и PRD для критически важных фичей. Процессы запущены, задачи переданы в работу или находятся на финальных этапах согласования. Готов к новым вызовам!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 заложен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фичи в работе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масштабированию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371975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2026-06-30T11:38:07Z</dcterms:created>
  <dcterms:modified xsi:type="dcterms:W3CDTF">2026-06-30T11:38:07Z</dcterms:modified>
</cp:coreProperties>
</file>