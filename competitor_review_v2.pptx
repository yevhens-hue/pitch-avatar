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Обзор конкурентов: Use Cases &amp; UI Skins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Анализ рынка и лучшие практики для Pitch Avatar</a:t>
            </a:r>
          </a:p>
          <a:p>
            <a:r>
              <a:t>Подготовлено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Проблема: Complexity vs Usability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Как продавать сложный продукт (Pitch Avatar) разным аудиториям (HR, Маркетологам, Разработчикам), не отпугивая их сложностью?</a:t>
            </a:r>
          </a:p>
          <a:p/>
          <a:p>
            <a:r>
              <a:t>Решение рынка:</a:t>
            </a:r>
          </a:p>
          <a:p>
            <a:r>
              <a:t>• Intent-driven Onboarding (Use Cases)</a:t>
            </a:r>
          </a:p>
          <a:p>
            <a:r>
              <a:t>• Modular UI / Role-Based Workspaces (UI Skins)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Онбординг: Monday.com и ClickUp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Механика (Survey): Обязательный опрос при регистрации («Для чего вы будете использовать платформу?»).</a:t>
            </a:r>
          </a:p>
          <a:p>
            <a:r>
              <a:t>• Привязка к доменам: Кастомные лендинги пробрасывают UTM-параметры для пропуска лишних вопросов.</a:t>
            </a:r>
          </a:p>
          <a:p>
            <a:r>
              <a:t>• Trial vs Demo: Распределение воронок (Self-serve для малых команд, перенаправление на Demo для Enterprise).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Визуализация: Intent-driven Onboarding</a:t>
            </a:r>
          </a:p>
        </p:txBody>
      </p:sp>
      <p:pic>
        <p:nvPicPr>
          <p:cNvPr id="3" name="Picture 2" descr="monday_onboarding_mockup_17824256351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UI Skins: HubSpot (Модульность)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Единое ядро: Разделение на Marketing, Sales и Service Hubs.</a:t>
            </a:r>
          </a:p>
          <a:p>
            <a:r>
              <a:t>• Умное скрытие: Ненужные функции либо скрыты, либо обозначены иконкой «замочка».</a:t>
            </a:r>
          </a:p>
          <a:p>
            <a:r>
              <a:t>• Upsell-тизеры: При клике на заблокированную функцию предлагается Demo или Upgrade (Progressive Disclosure).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Визуализация: Modular UI &amp; Upsell Teasers</a:t>
            </a:r>
          </a:p>
        </p:txBody>
      </p:sp>
      <p:pic>
        <p:nvPicPr>
          <p:cNvPr id="3" name="Picture 2" descr="hubspot_modular_ui_mockup_17824256681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UI Skins: Salesforce (Сложные UI Skins)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Концепция Apps: Переключение между HR, Sales и Marketing внутри одного ядра базы данных.</a:t>
            </a:r>
          </a:p>
          <a:p>
            <a:r>
              <a:t>• Динамика: Меняется навигационная панель, Home Page, доступные Actions.</a:t>
            </a:r>
          </a:p>
          <a:p>
            <a:r>
              <a:t>• Админка (Lightning App Builder): Настройка видимости меню и дашбордов галочками.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Визуализация: Admin App Builder</a:t>
            </a:r>
          </a:p>
        </p:txBody>
      </p:sp>
      <p:pic>
        <p:nvPicPr>
          <p:cNvPr id="3" name="Picture 2" descr="salesforce_app_builder_mockup_17824257127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Золотые правила для Pitch Avatar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Субдомен = Точка старта: Записываем Use Case в базу при регистрации. URL служит только триггером.</a:t>
            </a:r>
          </a:p>
          <a:p>
            <a:r>
              <a:t>2. Модульность (ClickApps): UI Skin работает как набор тумблеров. Выключаем Лидогенерацию — она исчезает везде.</a:t>
            </a:r>
          </a:p>
          <a:p>
            <a:r>
              <a:t>3. Upsell-тизеры: Скрываем самое сложное, но оставляем ключи к апгрейду (замочки).</a:t>
            </a:r>
          </a:p>
          <a:p>
            <a:r>
              <a:t>4. Backend Security: Скрытие в UI должно подкрепляться защитой эндпоинтов (403 Forbidden).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